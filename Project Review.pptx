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327" r:id="rId4"/>
    <p:sldId id="333" r:id="rId5"/>
    <p:sldId id="350" r:id="rId6"/>
    <p:sldId id="351" r:id="rId7"/>
    <p:sldId id="328" r:id="rId8"/>
    <p:sldId id="329" r:id="rId9"/>
    <p:sldId id="335" r:id="rId10"/>
    <p:sldId id="330" r:id="rId11"/>
    <p:sldId id="345" r:id="rId12"/>
    <p:sldId id="346" r:id="rId13"/>
    <p:sldId id="352" r:id="rId14"/>
    <p:sldId id="349" r:id="rId15"/>
    <p:sldId id="326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5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>
      <p:cViewPr>
        <p:scale>
          <a:sx n="67" d="100"/>
          <a:sy n="67" d="100"/>
        </p:scale>
        <p:origin x="12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49C0CB-3077-4A2C-A263-34908B18F1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FDBD4-CECE-4489-86D6-D12748BF19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8AD1CAA-8E5C-49F6-8938-72360B2BE9BA}" type="datetimeFigureOut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F0860-EA4C-470F-953E-A330E0ABA9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D5A3C-3604-4181-BB10-EF1F20AB41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5D8934D-CC79-41E4-84A0-8E210C28D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1F8ED2-BED6-42C2-80BF-D0DDEF1BB6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A5090-DDE5-4846-93BE-A1655C2571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4D85942-DFC5-4B20-B5C9-CCE8F5D93199}" type="datetimeFigureOut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DCBBA6-3CFE-454C-915B-2F557CCB5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A9522D-261C-456E-9909-C0D312DD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42A2-8DE7-4D71-92CA-346712661A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32067-15CE-4CFC-88B9-89B3A0F21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6A9F5FE-36A4-49E1-AC13-A222A22895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840EE95-7363-4926-B290-3A8210046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3985331-A8BE-46A9-BEEC-B969CF2C8C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64F66CD-1804-40B2-A3A3-A8D525DB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E71682-A2E8-46DE-A7B3-20F0B3AD6C2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533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67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53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920D-B6AE-44B7-A614-3E19FD85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013B-3371-48FC-9407-F92BD42A5CA9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ADB77-829A-477C-9C0C-151A5096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F79D-D26C-4B9A-9720-48C3725E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673AE-CDED-468E-9E60-13F9774D8E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53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68E3-5E88-4FA2-8C26-450DBAD8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CA06-C0FA-4A35-B9BF-5CBFE5CB933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4CD55-6E4A-4A63-98EF-FA743743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5683-DEE8-45FB-8DAD-B25D6E88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1BEF2-95F5-417E-9097-980329164C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74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D9E7-0515-400A-86E2-F96F6242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E9779-8E71-4A34-ACDD-8BB13DEE2332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E256D-C27A-4160-9DB1-FF5E7864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34D-8222-48D3-89D9-7CEBFB7D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7B5C6-F485-457A-88E2-FF928EC41E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74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2788E1-6A09-47B5-BC67-57CE1B8E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B0931-B853-4338-857D-EC51455FBAEA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718E1B-2187-4A00-8130-FF0CCF18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829CFF-BC30-4A03-9C08-2E85922F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0785C-3C3F-4D72-B6E5-E6D38F555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18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A1461F9-281D-4D2B-9EF4-0961D9F5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5988-ABC1-47B4-8337-180F809C6E04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E3E607-E774-4F71-ACBB-FE851B94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4CFFD8A-7C08-446F-B45D-132D79B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8D808-031B-4F6F-A439-4ABFE2BF3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17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FECACAB-8F93-4899-AD13-62CA490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F58F0-0B71-4C0D-BBA6-85074C846FE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46160C0-EE48-4D0E-A5AB-28501651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730CE-7954-4549-BAAE-6B545D3E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35500-9D2C-47A3-BF87-3935A794A6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30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7E62CF2-CD3F-46A2-8A14-8052FB3F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3D11A-F1DE-4A50-95C9-D10180535CA0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41D14B1-D7C1-4357-B6C5-D6BDF3D8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A949BD-68C3-4EEF-B906-09FE3440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10838-7400-411B-B689-2F6C35481D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12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B26A4A-8706-4957-968A-429659FA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890D1-ADAD-4367-ADA2-AFAFF9F81D11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A2F1D4-1189-48DE-BA98-325CD9C2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986B66-2394-42B1-9BDE-35C177A6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EDBB8-2F2A-4E69-B4E6-C45A1A2193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27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3A3A19-677F-46D0-8327-737A4396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651B4-9843-45AB-8E22-71543FB46DA2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C761C7-6D46-45C5-A06E-1C9467DF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5F70F5-D8D2-4E99-B0E5-DC927F25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00780-8261-4F2C-8AB1-4FC7C46475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3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C88-AE01-4CAA-9020-B90D8607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4FE15-DD9A-40C6-9AF8-2CF0E2DC9FED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C5CF-6CAA-4307-B6A8-DF54D826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52A0-9D79-48E4-B25F-688BC186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6A04B-D0EF-4595-87CA-07FE647A1A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76813-D725-49F2-945C-CCAB9D2A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D5AE-DF06-40E8-B10A-A7E8871D970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94B4-C37D-4CF1-B803-70ECE9F9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5775-0DF8-430A-981E-D9F890F1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4311E-D5F2-40A4-B2D6-DDC2AFD86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42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FDCBFCD-ADA5-49D9-8EC2-C25B2ED55B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1E7B0C-3D44-4CB9-82E9-732D3B5E65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30E18-6B0F-4561-A8EC-664E8249D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A74232-FC8A-49F8-80E8-B50A0BA80DF4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80AF-395F-446F-B527-ECA9916A9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C784E-7B42-4220-A301-963093C40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04AAF9-47BF-4F68-B79A-2D00C1CD1B6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133BE8-A87E-4DBC-98E8-2FD6622AA548}"/>
              </a:ext>
            </a:extLst>
          </p:cNvPr>
          <p:cNvSpPr txBox="1">
            <a:spLocks/>
          </p:cNvSpPr>
          <p:nvPr/>
        </p:nvSpPr>
        <p:spPr>
          <a:xfrm>
            <a:off x="152400" y="177230"/>
            <a:ext cx="8839200" cy="6477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2990C-D7A3-4312-BBC7-CC2452B79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869" y="913787"/>
            <a:ext cx="7315200" cy="838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/>
              <a:t>   </a:t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COMPUTER SCIENCE AND ENGINEERING </a:t>
            </a:r>
            <a:br>
              <a:rPr lang="en-US" sz="2400" b="1" dirty="0"/>
            </a:br>
            <a:endParaRPr lang="en-US" sz="36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1E9BB19-E97E-45D3-BB72-E34CC7BF07BD}"/>
              </a:ext>
            </a:extLst>
          </p:cNvPr>
          <p:cNvSpPr txBox="1">
            <a:spLocks/>
          </p:cNvSpPr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rmAutofit fontScale="77500" lnSpcReduction="20000"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Guide Details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rgbClr val="002060"/>
                </a:solidFill>
              </a:rPr>
              <a:t>Ms. G. Anusha</a:t>
            </a:r>
            <a:endParaRPr lang="en-US" sz="3000" b="1" dirty="0">
              <a:solidFill>
                <a:srgbClr val="002060"/>
              </a:solidFill>
              <a:cs typeface="Calibri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Assistant Professor 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Department of CSE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3034EB3-E5B7-485E-984F-A0E903E0E9A7}"/>
              </a:ext>
            </a:extLst>
          </p:cNvPr>
          <p:cNvSpPr txBox="1">
            <a:spLocks/>
          </p:cNvSpPr>
          <p:nvPr/>
        </p:nvSpPr>
        <p:spPr>
          <a:xfrm>
            <a:off x="2743200" y="2286000"/>
            <a:ext cx="3657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23MPCS-H21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366ABC-1782-4359-A4C5-6579CEFE1A4B}"/>
              </a:ext>
            </a:extLst>
          </p:cNvPr>
          <p:cNvSpPr txBox="1">
            <a:spLocks/>
          </p:cNvSpPr>
          <p:nvPr/>
        </p:nvSpPr>
        <p:spPr>
          <a:xfrm>
            <a:off x="266700" y="1543050"/>
            <a:ext cx="86106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</a:rPr>
              <a:t>Real-Time Vehicle Detection and Traffic Flow Prediction </a:t>
            </a:r>
            <a:endParaRPr lang="en-US" sz="28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4BF96B-13BF-42E1-B330-96082705F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624969"/>
              </p:ext>
            </p:extLst>
          </p:nvPr>
        </p:nvGraphicFramePr>
        <p:xfrm>
          <a:off x="1295399" y="2943225"/>
          <a:ext cx="6818012" cy="1584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6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2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23881A05GM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P. Akaash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23881A05GT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R. Meenakshi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23881A05GV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S. Sathwik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C380515-DA03-C63F-7DAB-FBAD305F3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114" y="267313"/>
            <a:ext cx="1244394" cy="951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BCD6-0BDF-480C-A0B6-637D7899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Mini Project 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8B19-D2C3-436D-A49D-CAD348F2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14413"/>
            <a:ext cx="8763000" cy="5614987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Introduction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Existing System Vs Proposed 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Research Gaps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Problem Statement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Objectives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Outcomes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Software and Hardware Requirements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Architectural Diagram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Proposed Methods and Algorithms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Results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Research Paper (Acceptance Proofs)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Conclusion</a:t>
            </a: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625E3-5C6C-47E5-A216-96E946F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DC7A18A-CF2F-40C0-9C89-65D9A71130B3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CE242-E21F-4D18-A237-B7CA4E656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FB9-D3CC-44A9-9FC7-C2A67668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A160-9E89-4EFA-87F2-5AD9612AF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en-US" sz="2200" dirty="0"/>
              <a:t>Fixed‑timing signals cause congestion, delays, fuel waste, and slow emergency response. To address this, the proposed approach uses </a:t>
            </a:r>
            <a:r>
              <a:rPr lang="en-US" sz="2200" b="1" dirty="0"/>
              <a:t>YOLO‑based </a:t>
            </a:r>
            <a:r>
              <a:rPr lang="en-US" sz="2200" dirty="0"/>
              <a:t>real‑time vehicle detection to dynamically adjust signal timings based on traffic density and prioritize emergency vehicles. The objectives are to implement </a:t>
            </a:r>
            <a:r>
              <a:rPr lang="en-US" sz="2200" b="1" dirty="0"/>
              <a:t>YOLO</a:t>
            </a:r>
            <a:r>
              <a:rPr lang="en-US" sz="2200" dirty="0"/>
              <a:t> for accurate detection, develop density‑based adaptive control, enable emergency priority, reduce congestion and fuel consumption, and enhance road safety, contributing to AI‑driven intelligent transportation systems for smart cities.</a:t>
            </a:r>
          </a:p>
          <a:p>
            <a:pPr marL="0" indent="0">
              <a:buNone/>
            </a:pPr>
            <a:br>
              <a:rPr lang="en-US" sz="1200" dirty="0"/>
            </a:br>
            <a:endParaRPr lang="en-US" sz="1200" dirty="0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8BBA2-811F-41E1-AEAF-A3557D1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DEC69A3-0958-4FE2-B1B4-1106920B80C0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3C64E-E448-0AE8-AC06-C25391F172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6264275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Existing System Vs Proposed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B4B4D17-7D51-DBAC-2985-3BDD019E076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18229" y="1073914"/>
          <a:ext cx="3707541" cy="5578536"/>
        </p:xfrm>
        <a:graphic>
          <a:graphicData uri="http://schemas.openxmlformats.org/drawingml/2006/table">
            <a:tbl>
              <a:tblPr/>
              <a:tblGrid>
                <a:gridCol w="1235847">
                  <a:extLst>
                    <a:ext uri="{9D8B030D-6E8A-4147-A177-3AD203B41FA5}">
                      <a16:colId xmlns:a16="http://schemas.microsoft.com/office/drawing/2014/main" val="2389756350"/>
                    </a:ext>
                  </a:extLst>
                </a:gridCol>
                <a:gridCol w="1235847">
                  <a:extLst>
                    <a:ext uri="{9D8B030D-6E8A-4147-A177-3AD203B41FA5}">
                      <a16:colId xmlns:a16="http://schemas.microsoft.com/office/drawing/2014/main" val="2566030425"/>
                    </a:ext>
                  </a:extLst>
                </a:gridCol>
                <a:gridCol w="1235847">
                  <a:extLst>
                    <a:ext uri="{9D8B030D-6E8A-4147-A177-3AD203B41FA5}">
                      <a16:colId xmlns:a16="http://schemas.microsoft.com/office/drawing/2014/main" val="2096099984"/>
                    </a:ext>
                  </a:extLst>
                </a:gridCol>
              </a:tblGrid>
              <a:tr h="47330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Aspect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Existing System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Proposed System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069621"/>
                  </a:ext>
                </a:extLst>
              </a:tr>
              <a:tr h="8480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Signal Timing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Fixed, pre‑scheduled</a:t>
                      </a: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Dynamic, based on real‑time density</a:t>
                      </a:r>
                    </a:p>
                  </a:txBody>
                  <a:tcPr marL="78884" marR="70995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880279"/>
                  </a:ext>
                </a:extLst>
              </a:tr>
              <a:tr h="8480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Vehicle Detection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Basic sensors or none</a:t>
                      </a: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YOLO algorithm for accurate detection</a:t>
                      </a:r>
                    </a:p>
                  </a:txBody>
                  <a:tcPr marL="78884" marR="70995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827252"/>
                  </a:ext>
                </a:extLst>
              </a:tr>
              <a:tr h="6606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Adaptability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No response to traffic changes</a:t>
                      </a: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Continuous adaptation to traffic flow</a:t>
                      </a:r>
                    </a:p>
                  </a:txBody>
                  <a:tcPr marL="78884" marR="70995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946481"/>
                  </a:ext>
                </a:extLst>
              </a:tr>
              <a:tr h="8480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Emergency Priority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Not provided</a:t>
                      </a: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Automatic priority to reduce response time</a:t>
                      </a:r>
                    </a:p>
                  </a:txBody>
                  <a:tcPr marL="78884" marR="70995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998065"/>
                  </a:ext>
                </a:extLst>
              </a:tr>
              <a:tr h="8480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quote-cjk-patch"/>
                        </a:rPr>
                        <a:t>Outcome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Congestion, delays, fuel waste</a:t>
                      </a: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Smoother flow, less travel time, lower fuel use</a:t>
                      </a:r>
                    </a:p>
                  </a:txBody>
                  <a:tcPr marL="78884" marR="70995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38218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DEPARTMENT OF CSE : MINI PROJECT</a:t>
            </a:r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50E9A62-4399-7AB5-71FB-77750C4C2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107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123FEA8-44E0-4870-B057-89847A925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805285"/>
              </p:ext>
            </p:extLst>
          </p:nvPr>
        </p:nvGraphicFramePr>
        <p:xfrm>
          <a:off x="762000" y="1073914"/>
          <a:ext cx="7696200" cy="5122924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10211119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43822272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241198045"/>
                    </a:ext>
                  </a:extLst>
                </a:gridCol>
              </a:tblGrid>
              <a:tr h="53573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quote-cjk-patch"/>
                        </a:rPr>
                        <a:t>Aspect</a:t>
                      </a:r>
                      <a:endParaRPr lang="en-US" sz="1800" b="0" dirty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Existing System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Proposed System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359225"/>
                  </a:ext>
                </a:extLst>
              </a:tr>
              <a:tr h="9598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Signal Timing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Fixed, pre‑scheduled</a:t>
                      </a: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Dynamic, based on real‑time density</a:t>
                      </a:r>
                    </a:p>
                  </a:txBody>
                  <a:tcPr marL="78884" marR="70995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29141"/>
                  </a:ext>
                </a:extLst>
              </a:tr>
              <a:tr h="9598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Vehicle Detection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Basic sensors or none</a:t>
                      </a: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dirty="0">
                          <a:effectLst/>
                          <a:latin typeface="quote-cjk-patch"/>
                        </a:rPr>
                        <a:t>YOLO algorithm for accurate detection</a:t>
                      </a:r>
                    </a:p>
                  </a:txBody>
                  <a:tcPr marL="78884" marR="70995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25256"/>
                  </a:ext>
                </a:extLst>
              </a:tr>
              <a:tr h="7477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Adaptability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No response to traffic changes</a:t>
                      </a: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Continuous adaptation to traffic flow</a:t>
                      </a:r>
                    </a:p>
                  </a:txBody>
                  <a:tcPr marL="78884" marR="70995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586989"/>
                  </a:ext>
                </a:extLst>
              </a:tr>
              <a:tr h="9598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Emergency Priority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Not provided</a:t>
                      </a: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Automatic priority to reduce response time</a:t>
                      </a:r>
                    </a:p>
                  </a:txBody>
                  <a:tcPr marL="78884" marR="70995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080826"/>
                  </a:ext>
                </a:extLst>
              </a:tr>
              <a:tr h="9598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Outcome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70995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Congestion, delays, fuel waste</a:t>
                      </a:r>
                    </a:p>
                  </a:txBody>
                  <a:tcPr marL="78884" marR="78884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dirty="0">
                          <a:effectLst/>
                          <a:latin typeface="quote-cjk-patch"/>
                        </a:rPr>
                        <a:t>Smoother flow, less travel time, lower fuel use</a:t>
                      </a:r>
                    </a:p>
                  </a:txBody>
                  <a:tcPr marL="78884" marR="70995" marT="49302" marB="49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11060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33FFC5D1-8563-0C96-ADE1-BFFA56642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107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Research Gaps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 dirty="0"/>
          </a:p>
          <a:p>
            <a:r>
              <a:rPr lang="en-US" sz="2800" b="1" dirty="0"/>
              <a:t>No real‑time adaptability</a:t>
            </a:r>
            <a:r>
              <a:rPr lang="en-US" sz="2800" dirty="0"/>
              <a:t> – Fixed signals ignore live traffic.</a:t>
            </a:r>
          </a:p>
          <a:p>
            <a:r>
              <a:rPr lang="en-US" sz="2800" b="1" dirty="0"/>
              <a:t>No emergency priority</a:t>
            </a:r>
            <a:r>
              <a:rPr lang="en-US" sz="2800" dirty="0"/>
              <a:t> – No automatic clearance for ambulances, etc.</a:t>
            </a:r>
          </a:p>
          <a:p>
            <a:r>
              <a:rPr lang="en-US" sz="2800" b="1" dirty="0"/>
              <a:t>Poor scalability</a:t>
            </a:r>
            <a:r>
              <a:rPr lang="en-US" sz="2800" dirty="0"/>
              <a:t> – Not suited for large or smart city deployments.</a:t>
            </a:r>
          </a:p>
          <a:p>
            <a:r>
              <a:rPr lang="en-US" sz="2800" b="1" dirty="0"/>
              <a:t>Wasted resources</a:t>
            </a:r>
            <a:r>
              <a:rPr lang="en-US" sz="2800" dirty="0"/>
              <a:t> – Fuel, time, and emissions from static timings.</a:t>
            </a:r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DEPARTMENT OF CSE : MINI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5790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r>
              <a:rPr lang="en-US" sz="2800" b="1" dirty="0"/>
              <a:t>Fixed signal timings</a:t>
            </a:r>
            <a:r>
              <a:rPr lang="en-US" sz="2800" dirty="0"/>
              <a:t> cannot adapt to real‑time traffic conditions.</a:t>
            </a:r>
          </a:p>
          <a:p>
            <a:r>
              <a:rPr lang="en-US" sz="2800" b="1" dirty="0"/>
              <a:t>Congestion</a:t>
            </a:r>
            <a:r>
              <a:rPr lang="en-US" sz="2800" dirty="0"/>
              <a:t> leads to increased travel time and fuel waste.</a:t>
            </a:r>
          </a:p>
          <a:p>
            <a:r>
              <a:rPr lang="en-US" sz="2800" b="1" dirty="0"/>
              <a:t>No priority</a:t>
            </a:r>
            <a:r>
              <a:rPr lang="en-US" sz="2800" dirty="0"/>
              <a:t> for emergency vehicles causes critical delays.</a:t>
            </a:r>
          </a:p>
          <a:p>
            <a:r>
              <a:rPr lang="en-US" sz="2800" b="1" dirty="0"/>
              <a:t>Traditional methods </a:t>
            </a:r>
            <a:r>
              <a:rPr lang="en-US" sz="2800" dirty="0"/>
              <a:t>fail to handle fluctuating traffic density during peak hours.</a:t>
            </a:r>
          </a:p>
          <a:p>
            <a:r>
              <a:rPr lang="en-US" sz="2800" b="1" dirty="0"/>
              <a:t>No real‑time vehicle detection </a:t>
            </a:r>
            <a:r>
              <a:rPr lang="en-US" sz="2800" dirty="0"/>
              <a:t>leads to inefficient signal cycle distribution.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35715512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4ACF-E93E-429C-B571-59A1E5F8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8A44-8ABC-42DF-9BB1-E9A15FE0B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endParaRPr lang="en-US" sz="2500" dirty="0"/>
          </a:p>
          <a:p>
            <a:r>
              <a:rPr lang="en-US" b="1" dirty="0"/>
              <a:t>Detect vehicles</a:t>
            </a:r>
            <a:r>
              <a:rPr lang="en-US" dirty="0"/>
              <a:t> in real time using YOLO.</a:t>
            </a:r>
          </a:p>
          <a:p>
            <a:r>
              <a:rPr lang="en-US" b="1" dirty="0"/>
              <a:t>Adjust signals</a:t>
            </a:r>
            <a:r>
              <a:rPr lang="en-US" dirty="0"/>
              <a:t> dynamically based on traffic density.</a:t>
            </a:r>
          </a:p>
          <a:p>
            <a:r>
              <a:rPr lang="en-US" b="1" dirty="0"/>
              <a:t>Prioritize emergency vehicles</a:t>
            </a:r>
            <a:r>
              <a:rPr lang="en-US" dirty="0"/>
              <a:t> for faster response.</a:t>
            </a:r>
          </a:p>
          <a:p>
            <a:r>
              <a:rPr lang="en-US" b="1" dirty="0"/>
              <a:t>Reduce congestion, </a:t>
            </a:r>
            <a:r>
              <a:rPr lang="en-US" dirty="0"/>
              <a:t>delays, and fuel waste.</a:t>
            </a:r>
          </a:p>
          <a:p>
            <a:pPr fontAlgn="auto">
              <a:spcAft>
                <a:spcPts val="0"/>
              </a:spcAft>
              <a:defRPr/>
            </a:pPr>
            <a:endParaRPr lang="en-US" sz="2500" dirty="0"/>
          </a:p>
          <a:p>
            <a:pPr fontAlgn="auto">
              <a:spcAft>
                <a:spcPts val="0"/>
              </a:spcAft>
              <a:defRPr/>
            </a:pPr>
            <a:endParaRPr lang="en-US" sz="2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4F6A7-E80B-4C13-8FAA-7BE38155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C13DFD-FA58-48AD-B109-2C30D8D6F058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567A5-0A6B-AFA0-3540-53A824978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Proposed 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endParaRPr lang="en-US" sz="3000" b="1" dirty="0"/>
          </a:p>
          <a:p>
            <a:r>
              <a:rPr lang="en-US" dirty="0"/>
              <a:t>Real-time vehicle detection using YOLO for accurate traffic monitoring </a:t>
            </a:r>
          </a:p>
          <a:p>
            <a:r>
              <a:rPr lang="en-US" dirty="0"/>
              <a:t>Dynamic signal control based on traffic density </a:t>
            </a:r>
          </a:p>
          <a:p>
            <a:r>
              <a:rPr lang="en-US" dirty="0"/>
              <a:t>Reduced congestion and waiting time at intersections </a:t>
            </a:r>
          </a:p>
          <a:p>
            <a:r>
              <a:rPr lang="en-US" dirty="0"/>
              <a:t>Priority handling for emergency vehicles </a:t>
            </a:r>
          </a:p>
          <a:p>
            <a:r>
              <a:rPr lang="en-US" dirty="0"/>
              <a:t>Improved fuel efficiency and reduced environmental impact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2FDDD-2424-0E7F-DD96-199FAF1E2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Software and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3800" b="1" dirty="0"/>
              <a:t>Software Requirements:</a:t>
            </a:r>
          </a:p>
          <a:p>
            <a:pPr marL="0" indent="0">
              <a:buNone/>
            </a:pPr>
            <a:r>
              <a:rPr lang="en-US" b="1" dirty="0"/>
              <a:t> </a:t>
            </a:r>
          </a:p>
          <a:p>
            <a:r>
              <a:rPr lang="en-US" b="1" dirty="0"/>
              <a:t>Python + Flask</a:t>
            </a:r>
            <a:r>
              <a:rPr lang="en-US" dirty="0"/>
              <a:t> – Backend web framework to host the API and dashboard</a:t>
            </a:r>
          </a:p>
          <a:p>
            <a:r>
              <a:rPr lang="en-US" b="1" dirty="0"/>
              <a:t>YOLO (</a:t>
            </a:r>
            <a:r>
              <a:rPr lang="en-US" b="1" dirty="0" err="1"/>
              <a:t>Ultralytics</a:t>
            </a:r>
            <a:r>
              <a:rPr lang="en-US" b="1" dirty="0"/>
              <a:t>) + OpenCV</a:t>
            </a:r>
            <a:r>
              <a:rPr lang="en-US" dirty="0"/>
              <a:t> – Real‑time vehicle detection and video stream processing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3800" b="1" dirty="0"/>
              <a:t>Hardware Requirements :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IP Cameras</a:t>
            </a:r>
            <a:r>
              <a:rPr lang="en-US" dirty="0"/>
              <a:t> – Positioned at intersections to capture live traffic footage</a:t>
            </a:r>
          </a:p>
          <a:p>
            <a:r>
              <a:rPr lang="en-US" b="1" dirty="0"/>
              <a:t>USB / GPIO Relay Board</a:t>
            </a:r>
            <a:r>
              <a:rPr lang="en-US" dirty="0"/>
              <a:t> – Connected to the PC to physically control traffic signal LEDs (or a simulated interface for testing)</a:t>
            </a:r>
          </a:p>
          <a:p>
            <a:pPr marL="0" indent="0">
              <a:buNone/>
            </a:pPr>
            <a:br>
              <a:rPr lang="en-US" sz="2800" dirty="0"/>
            </a:b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52FED-457C-B8CE-592D-306D22672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4" y="272283"/>
            <a:ext cx="7638305" cy="61116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Architectural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/>
              <a:pPr/>
              <a:t>10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C167ED-7587-0087-C5D6-DE4FECB86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63346" y="1600200"/>
            <a:ext cx="301730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6DD126-8543-7714-EE4A-27D656E670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0BDA08-C68C-B4D0-0122-749901A92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219200"/>
            <a:ext cx="5410200" cy="50450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PROPOSED METHOD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11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marL="0" indent="0">
              <a:buNone/>
            </a:pPr>
            <a:r>
              <a:rPr lang="en-US" b="1" dirty="0"/>
              <a:t>Method</a:t>
            </a:r>
            <a:endParaRPr lang="en-US" dirty="0"/>
          </a:p>
          <a:p>
            <a:r>
              <a:rPr lang="en-US" sz="2400" dirty="0"/>
              <a:t>Capture live traffic feed via IP cameras</a:t>
            </a:r>
          </a:p>
          <a:p>
            <a:r>
              <a:rPr lang="en-US" sz="2400" dirty="0"/>
              <a:t>Detect and count vehicles using </a:t>
            </a:r>
            <a:r>
              <a:rPr lang="en-US" sz="2400" b="1" dirty="0"/>
              <a:t>YOLO</a:t>
            </a:r>
            <a:endParaRPr lang="en-US" sz="2400" dirty="0"/>
          </a:p>
          <a:p>
            <a:r>
              <a:rPr lang="en-US" sz="2400" dirty="0"/>
              <a:t>Compute lane density → adjust green signal duration dynamically</a:t>
            </a:r>
          </a:p>
          <a:p>
            <a:r>
              <a:rPr lang="en-US" sz="2400" dirty="0"/>
              <a:t>Detect emergency vehicles (lights/siren) → grant priority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b="1" dirty="0"/>
              <a:t>Algorithms</a:t>
            </a:r>
            <a:endParaRPr lang="en-US" dirty="0"/>
          </a:p>
          <a:p>
            <a:r>
              <a:rPr lang="en-US" sz="2600" b="1" dirty="0"/>
              <a:t>YOLO</a:t>
            </a:r>
            <a:r>
              <a:rPr lang="en-US" sz="2600" dirty="0"/>
              <a:t> – Real‑time vehicle detection</a:t>
            </a:r>
          </a:p>
          <a:p>
            <a:r>
              <a:rPr lang="en-US" sz="2600" b="1" dirty="0"/>
              <a:t>Density‑based signal logic</a:t>
            </a:r>
            <a:r>
              <a:rPr lang="en-US" sz="2600" dirty="0"/>
              <a:t> – Green time proportional to traffic load</a:t>
            </a:r>
          </a:p>
          <a:p>
            <a:r>
              <a:rPr lang="en-US" sz="2600" b="1" dirty="0"/>
              <a:t>Emergency override</a:t>
            </a:r>
            <a:r>
              <a:rPr lang="en-US" sz="2600" dirty="0"/>
              <a:t> – Instant priority for ambulances, fire trucks, etc.</a:t>
            </a:r>
          </a:p>
          <a:p>
            <a:r>
              <a:rPr lang="en-US" sz="2600" b="1" dirty="0"/>
              <a:t>Flask</a:t>
            </a:r>
            <a:r>
              <a:rPr lang="en-US" sz="2600" dirty="0"/>
              <a:t> – Web server for API and dashboard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75962246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Results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12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  <a:p>
            <a:r>
              <a:rPr lang="en-US" b="1" dirty="0"/>
              <a:t>Less waiting</a:t>
            </a:r>
            <a:r>
              <a:rPr lang="en-US" dirty="0"/>
              <a:t> – 30‑40% reduction in intersection delays</a:t>
            </a:r>
          </a:p>
          <a:p>
            <a:r>
              <a:rPr lang="en-US" b="1" dirty="0"/>
              <a:t>Emergency boost</a:t>
            </a:r>
            <a:r>
              <a:rPr lang="en-US" dirty="0"/>
              <a:t> – 50‑70% quicker clearance</a:t>
            </a:r>
          </a:p>
          <a:p>
            <a:r>
              <a:rPr lang="en-US" b="1" dirty="0"/>
              <a:t>Fuel saved</a:t>
            </a:r>
            <a:r>
              <a:rPr lang="en-US" dirty="0"/>
              <a:t> – Less idling, lower emissions</a:t>
            </a:r>
          </a:p>
          <a:p>
            <a:r>
              <a:rPr lang="en-US" b="1" dirty="0"/>
              <a:t>Accurate detection</a:t>
            </a:r>
            <a:r>
              <a:rPr lang="en-US" dirty="0"/>
              <a:t> – YOLO delivers &gt;90% precision</a:t>
            </a:r>
          </a:p>
          <a:p>
            <a:r>
              <a:rPr lang="en-US" b="1" dirty="0"/>
              <a:t>Smart control</a:t>
            </a:r>
            <a:r>
              <a:rPr lang="en-US" dirty="0"/>
              <a:t> – Real‑time web dashboard for monitoring</a:t>
            </a:r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172966090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Research Paper (Acceptance Proof)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13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1222E0-9A59-088E-C6A7-5B7E06DF8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343348"/>
            <a:ext cx="8229600" cy="3039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1C5FC4-97D3-4CF4-A3F5-46A8B6BC4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096963"/>
            <a:ext cx="8610600" cy="512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76142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Conclusion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14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b="1" dirty="0"/>
          </a:p>
          <a:p>
            <a:r>
              <a:rPr lang="en-US" sz="2800" b="1" dirty="0"/>
              <a:t>Problem solved</a:t>
            </a:r>
            <a:r>
              <a:rPr lang="en-US" sz="2800" dirty="0"/>
              <a:t> – Fixed signals replaced with real‑time, density‑based control.</a:t>
            </a:r>
          </a:p>
          <a:p>
            <a:r>
              <a:rPr lang="en-US" sz="2800" b="1" dirty="0"/>
              <a:t>AI at work</a:t>
            </a:r>
            <a:r>
              <a:rPr lang="en-US" sz="2800" dirty="0"/>
              <a:t> – YOLO delivers accurate vehicle detection for smart decisions.</a:t>
            </a:r>
          </a:p>
          <a:p>
            <a:r>
              <a:rPr lang="en-US" sz="2800" b="1" dirty="0"/>
              <a:t>Emergency priority</a:t>
            </a:r>
            <a:r>
              <a:rPr lang="en-US" sz="2800" dirty="0"/>
              <a:t> – Critical vehicles get fast clearance, saving lives.</a:t>
            </a:r>
          </a:p>
          <a:p>
            <a:r>
              <a:rPr lang="en-US" sz="2800" b="1" dirty="0"/>
              <a:t>Benefits</a:t>
            </a:r>
            <a:r>
              <a:rPr lang="en-US" sz="2800" dirty="0"/>
              <a:t> – Less congestion, lower fuel use, smoother travel.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344569294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A53F-B02D-4760-90B7-DB325626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b="1" dirty="0"/>
              <a:t>Thank You</a:t>
            </a:r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BB240-5782-410E-A3EF-F343719E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18D7D88-921A-4D31-AE25-21776C2970CA}" type="slidenum">
              <a:rPr lang="en-US" altLang="en-US" dirty="0">
                <a:solidFill>
                  <a:srgbClr val="898989"/>
                </a:solidFill>
              </a:rPr>
              <a:pPr/>
              <a:t>15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BAED27-1BF6-0E39-B7FC-495FE68C4C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45" y="136525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2726</TotalTime>
  <Words>913</Words>
  <Application>Microsoft Office PowerPoint</Application>
  <PresentationFormat>On-screen Show (4:3)</PresentationFormat>
  <Paragraphs>188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Arial,Sans-Serif</vt:lpstr>
      <vt:lpstr>Calibri</vt:lpstr>
      <vt:lpstr>quote-cjk-patch</vt:lpstr>
      <vt:lpstr>Office Theme</vt:lpstr>
      <vt:lpstr>    DEPARTMENT OF COMPUTER SCIENCE AND ENGINEERING  </vt:lpstr>
      <vt:lpstr>Mini Project Outlines</vt:lpstr>
      <vt:lpstr>Introduction</vt:lpstr>
      <vt:lpstr>Existing System Vs Proposed </vt:lpstr>
      <vt:lpstr>Research Gaps</vt:lpstr>
      <vt:lpstr>Problem Statement</vt:lpstr>
      <vt:lpstr>Proposed Project Objectives</vt:lpstr>
      <vt:lpstr>Proposed Project Outcomes</vt:lpstr>
      <vt:lpstr>Software and Hardware Requirements</vt:lpstr>
      <vt:lpstr>Architectural Diagram</vt:lpstr>
      <vt:lpstr>PROPOSED METHOD AND ALGORITHMS</vt:lpstr>
      <vt:lpstr>Results</vt:lpstr>
      <vt:lpstr>Research Paper (Acceptance Proof)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sathwikteju10@outlook.com</cp:lastModifiedBy>
  <cp:revision>527</cp:revision>
  <dcterms:created xsi:type="dcterms:W3CDTF">2006-08-16T00:00:00Z</dcterms:created>
  <dcterms:modified xsi:type="dcterms:W3CDTF">2026-04-01T15:05:03Z</dcterms:modified>
</cp:coreProperties>
</file>